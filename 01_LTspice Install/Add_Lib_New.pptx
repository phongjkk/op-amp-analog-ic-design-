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1" r:id="rId5"/>
    <p:sldId id="328" r:id="rId6"/>
    <p:sldId id="358" r:id="rId7"/>
    <p:sldId id="357" r:id="rId8"/>
    <p:sldId id="359" r:id="rId9"/>
    <p:sldId id="27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0" roundtripDataSignature="AMtx7mjecWiwdVyboNMJf1dHpdrvU9RdK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1D370C-EDE0-A827-4343-083A810ADA70}" name="Nguyen The Tuan 20233700" initials="NT" userId="S::Tuan.NT233700@sis.hust.edu.vn::2ffe1530-f4c5-4339-86b1-3888a36a24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0CC8E7-7945-4B64-9AC7-A1A66004F2D3}">
  <a:tblStyle styleId="{F30CC8E7-7945-4B64-9AC7-A1A66004F2D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A5B1C9-BCBD-41CB-B293-1A2CC396B555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44" d="100"/>
          <a:sy n="44" d="100"/>
        </p:scale>
        <p:origin x="918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40" Type="http://customschemas.google.com/relationships/presentationmetadata" Target="metadata"/><Relationship Id="rId45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B260E8-AA71-060C-F27F-33196E214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1D0A2-B1B0-112A-F0AB-0F769EF35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FE25E-8054-42BD-8EC2-89CD0E39807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536F8F-B37A-515E-A673-137B97F036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0EDD4-D9D9-DE42-0856-11AE00F51C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63250-6787-4C78-81BC-48B38DD70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708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FF437-02A6-4235-05C3-77A2CEB08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E3441-315A-16A7-9417-89A3B0176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7B08F-1E0B-02D9-C526-CFFD22FB2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9EA3A-F419-48CE-F9B8-62F06C4389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87075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B56F0-3B51-E3F1-87A1-2452A043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7C5B1-08A2-78F6-6F44-3CDAE83E4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C7975-D24C-607D-077D-47705E06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049B1-2BEA-14F6-D95D-1B2DA75546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0098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60B7-4A40-4670-74A4-026856E6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A7429-CCDB-E5AA-AA1E-ADE8C2C4C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0A11A-93C7-E470-DF49-7577E1315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D4149-259A-9312-F9BC-9E26C60E63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44703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86172-16DD-A88E-24DC-DE8E4C5F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BF483-0C6F-AD90-5DD7-448E1CA34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B8CE0-45CC-4941-FA69-3CCAC932F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FE7E2-75DB-6F68-2909-58B5270725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5926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đầu" userDrawn="1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subTitle" idx="1"/>
          </p:nvPr>
        </p:nvSpPr>
        <p:spPr>
          <a:xfrm>
            <a:off x="1594337" y="4357546"/>
            <a:ext cx="9003323" cy="80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 eaLnBrk="1" latinLnBrk="0">
              <a:spcBef>
                <a:spcPts val="360"/>
              </a:spcBef>
              <a:spcAft>
                <a:spcPts val="0"/>
              </a:spcAft>
              <a:buClr>
                <a:srgbClr val="002164"/>
              </a:buClr>
              <a:buSzPts val="1800"/>
              <a:buFont typeface="Noto Sans Symbols"/>
              <a:buNone/>
              <a:defRPr sz="1800" b="1" i="0" u="none" strike="noStrike" cap="none">
                <a:solidFill>
                  <a:srgbClr val="002164"/>
                </a:solidFill>
                <a:latin typeface="+mj-lt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ctrTitle"/>
          </p:nvPr>
        </p:nvSpPr>
        <p:spPr>
          <a:xfrm>
            <a:off x="1388531" y="1492123"/>
            <a:ext cx="9414933" cy="129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 eaLnBrk="1" latinLnBrk="0">
              <a:spcBef>
                <a:spcPts val="0"/>
              </a:spcBef>
              <a:spcAft>
                <a:spcPts val="0"/>
              </a:spcAft>
              <a:buClr>
                <a:srgbClr val="002164"/>
              </a:buClr>
              <a:buSzPts val="4000"/>
              <a:buFont typeface="Malgun Gothic"/>
              <a:buNone/>
              <a:defRPr sz="4000" b="1" i="0" u="none" strike="noStrike" cap="none">
                <a:solidFill>
                  <a:srgbClr val="002164"/>
                </a:solidFill>
                <a:latin typeface="+mn-lt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21" name="Google Shape;21;p18"/>
          <p:cNvCxnSpPr/>
          <p:nvPr/>
        </p:nvCxnSpPr>
        <p:spPr>
          <a:xfrm>
            <a:off x="2240803" y="1268760"/>
            <a:ext cx="7710395" cy="0"/>
          </a:xfrm>
          <a:prstGeom prst="straightConnector1">
            <a:avLst/>
          </a:prstGeom>
          <a:noFill/>
          <a:ln w="2857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8"/>
          <p:cNvCxnSpPr/>
          <p:nvPr/>
        </p:nvCxnSpPr>
        <p:spPr>
          <a:xfrm>
            <a:off x="2240803" y="2996952"/>
            <a:ext cx="7710395" cy="0"/>
          </a:xfrm>
          <a:prstGeom prst="straightConnector1">
            <a:avLst/>
          </a:prstGeom>
          <a:noFill/>
          <a:ln w="2857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8"/>
          <p:cNvCxnSpPr/>
          <p:nvPr/>
        </p:nvCxnSpPr>
        <p:spPr>
          <a:xfrm>
            <a:off x="4677997" y="4149080"/>
            <a:ext cx="2836007" cy="0"/>
          </a:xfrm>
          <a:prstGeom prst="straightConnector1">
            <a:avLst/>
          </a:prstGeom>
          <a:noFill/>
          <a:ln w="2857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18"/>
          <p:cNvCxnSpPr/>
          <p:nvPr/>
        </p:nvCxnSpPr>
        <p:spPr>
          <a:xfrm>
            <a:off x="4725881" y="5373216"/>
            <a:ext cx="2836007" cy="0"/>
          </a:xfrm>
          <a:prstGeom prst="straightConnector1">
            <a:avLst/>
          </a:prstGeom>
          <a:noFill/>
          <a:ln w="2857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9B0BFF-F661-189F-9BFC-C93EA0CB31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85292" y="3294063"/>
            <a:ext cx="7221415" cy="646112"/>
          </a:xfrm>
          <a:prstGeom prst="rect">
            <a:avLst/>
          </a:prstGeom>
        </p:spPr>
        <p:txBody>
          <a:bodyPr anchor="ctr"/>
          <a:lstStyle>
            <a:lvl1pPr algn="ctr" eaLnBrk="1" latinLnBrk="0">
              <a:defRPr sz="2400"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3E369-DF34-079F-BD7F-2710A5003FED}"/>
              </a:ext>
            </a:extLst>
          </p:cNvPr>
          <p:cNvSpPr txBox="1"/>
          <p:nvPr userDrawn="1"/>
        </p:nvSpPr>
        <p:spPr>
          <a:xfrm>
            <a:off x="3752292" y="5526634"/>
            <a:ext cx="4687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1DCA68E-8C4D-481B-8613-1239FADA170B}" type="datetime3">
              <a:rPr lang="en-US" b="1" smtClean="0">
                <a:solidFill>
                  <a:srgbClr val="002060"/>
                </a:solidFill>
              </a:rPr>
              <a:t>29 September 2025</a:t>
            </a:fld>
            <a:endParaRPr lang="en-US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9;p19">
            <a:extLst>
              <a:ext uri="{FF2B5EF4-FFF2-40B4-BE49-F238E27FC236}">
                <a16:creationId xmlns:a16="http://schemas.microsoft.com/office/drawing/2014/main" id="{AD128037-2928-A0F1-8996-D83119610D1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505199"/>
            <a:ext cx="11812368" cy="7730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5C4C2D2-95BD-2132-8A92-4740AF863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2467"/>
            <a:ext cx="10515600" cy="773065"/>
          </a:xfrm>
          <a:prstGeom prst="rect">
            <a:avLst/>
          </a:prstGeom>
        </p:spPr>
        <p:txBody>
          <a:bodyPr/>
          <a:lstStyle>
            <a:lvl1pPr algn="ctr" latinLnBrk="0">
              <a:defRPr sz="4000" b="1">
                <a:solidFill>
                  <a:srgbClr val="002060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24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nội dung" preserve="1" userDrawn="1">
  <p:cSld name="Large-text conten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78486" y="199637"/>
            <a:ext cx="9926026" cy="62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 latinLnBrk="0">
              <a:spcBef>
                <a:spcPts val="0"/>
              </a:spcBef>
              <a:spcAft>
                <a:spcPts val="0"/>
              </a:spcAft>
              <a:buClr>
                <a:srgbClr val="002164"/>
              </a:buClr>
              <a:buSzPts val="2800"/>
              <a:buFont typeface="Malgun Gothic"/>
              <a:buNone/>
              <a:defRPr sz="2800" b="1" i="0" u="none" strike="noStrike" cap="none">
                <a:solidFill>
                  <a:srgbClr val="002164"/>
                </a:solidFill>
                <a:latin typeface="+mj-lt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9" name="Google Shape;2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505199"/>
            <a:ext cx="11812368" cy="77306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C7BC8-5182-240A-97DB-380AB223D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32934"/>
            <a:ext cx="10972800" cy="5093230"/>
          </a:xfrm>
          <a:prstGeom prst="rect">
            <a:avLst/>
          </a:prstGeom>
        </p:spPr>
        <p:txBody>
          <a:bodyPr/>
          <a:lstStyle>
            <a:lvl1pPr marL="457200" indent="-365760">
              <a:spcBef>
                <a:spcPts val="1200"/>
              </a:spcBef>
              <a:buFont typeface="Wingdings" panose="05000000000000000000" pitchFamily="2" charset="2"/>
              <a:buChar char="§"/>
              <a:defRPr sz="2400"/>
            </a:lvl1pPr>
            <a:lvl2pPr marL="914400" indent="-365760">
              <a:spcBef>
                <a:spcPts val="1200"/>
              </a:spcBef>
              <a:buFont typeface="Wingdings" panose="05000000000000000000" pitchFamily="2" charset="2"/>
              <a:buChar char="§"/>
              <a:defRPr sz="2000"/>
            </a:lvl2pPr>
            <a:lvl3pPr marL="1371600" indent="-457200">
              <a:spcBef>
                <a:spcPts val="1200"/>
              </a:spcBef>
              <a:buFont typeface="Wingdings" panose="05000000000000000000" pitchFamily="2" charset="2"/>
              <a:buChar char="§"/>
              <a:defRPr sz="1600"/>
            </a:lvl3pPr>
            <a:lvl4pPr marL="457200" indent="-356616">
              <a:spcBef>
                <a:spcPts val="1200"/>
              </a:spcBef>
              <a:buFont typeface="Wingdings" panose="05000000000000000000" pitchFamily="2" charset="2"/>
              <a:buChar char="§"/>
              <a:defRPr/>
            </a:lvl4pPr>
            <a:lvl5pPr marL="457200" indent="-356616">
              <a:spcBef>
                <a:spcPts val="1200"/>
              </a:spcBef>
              <a:buFont typeface="Wingdings" panose="05000000000000000000" pitchFamily="2" charset="2"/>
              <a:buChar char="§"/>
              <a:defRPr/>
            </a:lvl5pPr>
            <a:lvl6pPr marL="685800" indent="71438">
              <a:spcBef>
                <a:spcPts val="1200"/>
              </a:spcBef>
              <a:buFont typeface="Wingdings" panose="05000000000000000000" pitchFamily="2" charset="2"/>
              <a:buChar char="§"/>
              <a:tabLst>
                <a:tab pos="914400" algn="l"/>
              </a:tabLst>
              <a:defRPr sz="18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5969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nội dung" preserve="1" userDrawn="1">
  <p:cSld name="Small-text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78486" y="199637"/>
            <a:ext cx="9926026" cy="62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 latinLnBrk="0">
              <a:spcBef>
                <a:spcPts val="0"/>
              </a:spcBef>
              <a:spcAft>
                <a:spcPts val="0"/>
              </a:spcAft>
              <a:buClr>
                <a:srgbClr val="002164"/>
              </a:buClr>
              <a:buSzPts val="2800"/>
              <a:buFont typeface="Malgun Gothic"/>
              <a:buNone/>
              <a:defRPr sz="2800" b="1" i="0" u="none" strike="noStrike" cap="none">
                <a:solidFill>
                  <a:srgbClr val="002164"/>
                </a:solidFill>
                <a:latin typeface="+mj-lt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9" name="Google Shape;2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505199"/>
            <a:ext cx="11812368" cy="77306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C7BC8-5182-240A-97DB-380AB223D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32934"/>
            <a:ext cx="10972800" cy="5093230"/>
          </a:xfrm>
          <a:prstGeom prst="rect">
            <a:avLst/>
          </a:prstGeom>
        </p:spPr>
        <p:txBody>
          <a:bodyPr/>
          <a:lstStyle>
            <a:lvl1pPr marL="457200" indent="-365760">
              <a:spcBef>
                <a:spcPts val="1200"/>
              </a:spcBef>
              <a:buFont typeface="Wingdings" panose="05000000000000000000" pitchFamily="2" charset="2"/>
              <a:buChar char="§"/>
              <a:defRPr sz="2000"/>
            </a:lvl1pPr>
            <a:lvl2pPr marL="914400" indent="-365760">
              <a:spcBef>
                <a:spcPts val="1200"/>
              </a:spcBef>
              <a:buFont typeface="Wingdings" panose="05000000000000000000" pitchFamily="2" charset="2"/>
              <a:buChar char="§"/>
              <a:defRPr sz="1800"/>
            </a:lvl2pPr>
            <a:lvl3pPr marL="1371600" indent="-365760">
              <a:spcBef>
                <a:spcPts val="1200"/>
              </a:spcBef>
              <a:buFont typeface="Wingdings" panose="05000000000000000000" pitchFamily="2" charset="2"/>
              <a:buChar char="§"/>
              <a:defRPr sz="1600"/>
            </a:lvl3pPr>
            <a:lvl4pPr marL="457200" indent="-356616">
              <a:spcBef>
                <a:spcPts val="1200"/>
              </a:spcBef>
              <a:buFont typeface="Wingdings" panose="05000000000000000000" pitchFamily="2" charset="2"/>
              <a:buChar char="§"/>
              <a:defRPr/>
            </a:lvl4pPr>
            <a:lvl5pPr marL="457200" indent="-356616">
              <a:spcBef>
                <a:spcPts val="1200"/>
              </a:spcBef>
              <a:buFont typeface="Wingdings" panose="05000000000000000000" pitchFamily="2" charset="2"/>
              <a:buChar char="§"/>
              <a:defRPr/>
            </a:lvl5pPr>
            <a:lvl6pPr marL="685800" indent="71438">
              <a:spcBef>
                <a:spcPts val="1200"/>
              </a:spcBef>
              <a:buFont typeface="Wingdings" panose="05000000000000000000" pitchFamily="2" charset="2"/>
              <a:buChar char="§"/>
              <a:tabLst>
                <a:tab pos="914400" algn="l"/>
              </a:tabLst>
              <a:defRPr sz="18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3367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4165600" y="6525345"/>
            <a:ext cx="386080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nội dung" preserve="1" userDrawn="1">
  <p:cSld name="Reference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 hasCustomPrompt="1"/>
          </p:nvPr>
        </p:nvSpPr>
        <p:spPr>
          <a:xfrm>
            <a:off x="778486" y="199637"/>
            <a:ext cx="9926026" cy="62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 latinLnBrk="0">
              <a:spcBef>
                <a:spcPts val="0"/>
              </a:spcBef>
              <a:spcAft>
                <a:spcPts val="0"/>
              </a:spcAft>
              <a:buClr>
                <a:srgbClr val="002164"/>
              </a:buClr>
              <a:buSzPts val="2800"/>
              <a:buFont typeface="Malgun Gothic"/>
              <a:buNone/>
              <a:defRPr sz="2800" b="1" i="0" u="none" strike="noStrike" cap="none">
                <a:solidFill>
                  <a:srgbClr val="002164"/>
                </a:solidFill>
                <a:latin typeface="+mj-lt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/>
              <a:t>References</a:t>
            </a:r>
            <a:endParaRPr/>
          </a:p>
        </p:txBody>
      </p:sp>
      <p:pic>
        <p:nvPicPr>
          <p:cNvPr id="29" name="Google Shape;2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505199"/>
            <a:ext cx="11812368" cy="77306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C7BC8-5182-240A-97DB-380AB223D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32934"/>
            <a:ext cx="10972800" cy="5093230"/>
          </a:xfrm>
          <a:prstGeom prst="rect">
            <a:avLst/>
          </a:prstGeom>
        </p:spPr>
        <p:txBody>
          <a:bodyPr/>
          <a:lstStyle>
            <a:lvl1pPr marL="457200" indent="-365760">
              <a:lnSpc>
                <a:spcPts val="1200"/>
              </a:lnSpc>
              <a:spcBef>
                <a:spcPts val="1200"/>
              </a:spcBef>
              <a:buSzPct val="90000"/>
              <a:buFont typeface="+mj-lt"/>
              <a:buAutoNum type="arabicPeriod"/>
              <a:defRPr sz="1600">
                <a:latin typeface="+mj-lt"/>
              </a:defRPr>
            </a:lvl1pPr>
            <a:lvl2pPr marL="914400" indent="-365760">
              <a:spcBef>
                <a:spcPts val="1200"/>
              </a:spcBef>
              <a:buFont typeface="Wingdings" panose="05000000000000000000" pitchFamily="2" charset="2"/>
              <a:buChar char="§"/>
              <a:defRPr sz="2000"/>
            </a:lvl2pPr>
            <a:lvl3pPr marL="1371600" indent="-457200">
              <a:spcBef>
                <a:spcPts val="1200"/>
              </a:spcBef>
              <a:buFont typeface="Wingdings" panose="05000000000000000000" pitchFamily="2" charset="2"/>
              <a:buChar char="§"/>
              <a:defRPr sz="1600"/>
            </a:lvl3pPr>
            <a:lvl4pPr marL="457200" indent="-356616">
              <a:spcBef>
                <a:spcPts val="1200"/>
              </a:spcBef>
              <a:buFont typeface="Wingdings" panose="05000000000000000000" pitchFamily="2" charset="2"/>
              <a:buChar char="§"/>
              <a:defRPr/>
            </a:lvl4pPr>
            <a:lvl5pPr marL="457200" indent="-356616">
              <a:spcBef>
                <a:spcPts val="1200"/>
              </a:spcBef>
              <a:buFont typeface="Wingdings" panose="05000000000000000000" pitchFamily="2" charset="2"/>
              <a:buChar char="§"/>
              <a:defRPr/>
            </a:lvl5pPr>
            <a:lvl6pPr marL="685800" indent="71438">
              <a:spcBef>
                <a:spcPts val="1200"/>
              </a:spcBef>
              <a:buFont typeface="Wingdings" panose="05000000000000000000" pitchFamily="2" charset="2"/>
              <a:buChar char="§"/>
              <a:tabLst>
                <a:tab pos="914400" algn="l"/>
              </a:tabLst>
              <a:defRPr sz="18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095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Librar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4165600" y="6525345"/>
            <a:ext cx="386080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F26D1-6AD1-8412-CC09-A30D449C6773}"/>
              </a:ext>
            </a:extLst>
          </p:cNvPr>
          <p:cNvSpPr txBox="1"/>
          <p:nvPr userDrawn="1"/>
        </p:nvSpPr>
        <p:spPr>
          <a:xfrm>
            <a:off x="406400" y="584200"/>
            <a:ext cx="558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1"/>
              <a:t>Box of figures and tables: (Arial 12, Bold, Italic, align text: middle, center)</a:t>
            </a:r>
          </a:p>
          <a:p>
            <a:pPr algn="ctr"/>
            <a:r>
              <a:rPr lang="en-US" sz="1100" b="1" i="1"/>
              <a:t>(Copy the text box below)</a:t>
            </a:r>
            <a:endParaRPr lang="vi-VN" sz="1100" b="1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696B0-BC39-4C6D-5421-0DDE1DDBB4F9}"/>
              </a:ext>
            </a:extLst>
          </p:cNvPr>
          <p:cNvSpPr txBox="1"/>
          <p:nvPr userDrawn="1"/>
        </p:nvSpPr>
        <p:spPr>
          <a:xfrm>
            <a:off x="406400" y="2057400"/>
            <a:ext cx="5588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1"/>
              <a:t>Box of subtitles in the same slide</a:t>
            </a:r>
          </a:p>
          <a:p>
            <a:pPr algn="ctr"/>
            <a:r>
              <a:rPr lang="en-US" sz="1100" b="1" i="1"/>
              <a:t>(Arial 16, Bold, align text: left, center, color: dark blue)</a:t>
            </a:r>
          </a:p>
          <a:p>
            <a:pPr algn="ctr"/>
            <a:r>
              <a:rPr lang="en-US" sz="1100" b="1" i="1"/>
              <a:t>(Copy the text box below)</a:t>
            </a:r>
            <a:endParaRPr lang="vi-VN" sz="1100" b="1" i="1"/>
          </a:p>
        </p:txBody>
      </p:sp>
    </p:spTree>
    <p:extLst>
      <p:ext uri="{BB962C8B-B14F-4D97-AF65-F5344CB8AC3E}">
        <p14:creationId xmlns:p14="http://schemas.microsoft.com/office/powerpoint/2010/main" val="114479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1;p16">
            <a:extLst>
              <a:ext uri="{FF2B5EF4-FFF2-40B4-BE49-F238E27FC236}">
                <a16:creationId xmlns:a16="http://schemas.microsoft.com/office/drawing/2014/main" id="{04F0F050-559A-2DF9-993E-9696B599D4D4}"/>
              </a:ext>
            </a:extLst>
          </p:cNvPr>
          <p:cNvSpPr txBox="1"/>
          <p:nvPr userDrawn="1"/>
        </p:nvSpPr>
        <p:spPr>
          <a:xfrm>
            <a:off x="1878257" y="2281137"/>
            <a:ext cx="8783694" cy="129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sz="4400" b="1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Thank you for your attention!</a:t>
            </a:r>
            <a:endParaRPr sz="4400" b="1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232;p16">
            <a:extLst>
              <a:ext uri="{FF2B5EF4-FFF2-40B4-BE49-F238E27FC236}">
                <a16:creationId xmlns:a16="http://schemas.microsoft.com/office/drawing/2014/main" id="{86DEB18B-C7D1-14E1-0BB5-F436C1E75F90}"/>
              </a:ext>
            </a:extLst>
          </p:cNvPr>
          <p:cNvSpPr txBox="1"/>
          <p:nvPr userDrawn="1"/>
        </p:nvSpPr>
        <p:spPr>
          <a:xfrm>
            <a:off x="2453680" y="3068960"/>
            <a:ext cx="7632848" cy="129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3E4C"/>
              </a:buClr>
              <a:buSzPts val="9600"/>
              <a:buFont typeface="Malgun Gothic"/>
              <a:buNone/>
            </a:pPr>
            <a:r>
              <a:rPr lang="en-US" sz="9600" b="1">
                <a:solidFill>
                  <a:srgbClr val="D63E4C"/>
                </a:solidFill>
                <a:latin typeface="+mj-lt"/>
                <a:ea typeface="Malgun Gothic"/>
                <a:cs typeface="Malgun Gothic"/>
                <a:sym typeface="Malgun Gothic"/>
              </a:rPr>
              <a:t>Q&amp;A</a:t>
            </a:r>
            <a:endParaRPr sz="9600" b="1">
              <a:solidFill>
                <a:srgbClr val="D63E4C"/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3754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7" descr="Ảnh có chứa văn bản, mẫu họa&#10;&#10;Mô tả được tạo tự độ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95142" y="6610447"/>
            <a:ext cx="918439" cy="18173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7"/>
          <p:cNvSpPr txBox="1"/>
          <p:nvPr/>
        </p:nvSpPr>
        <p:spPr>
          <a:xfrm>
            <a:off x="5267908" y="6555072"/>
            <a:ext cx="16561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6266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400" b="1" i="0" u="none" strike="noStrike" cap="none">
              <a:solidFill>
                <a:srgbClr val="6266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" name="Google Shape;12;p1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719" y="6292307"/>
            <a:ext cx="1324681" cy="5154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17"/>
          <p:cNvGrpSpPr/>
          <p:nvPr/>
        </p:nvGrpSpPr>
        <p:grpSpPr>
          <a:xfrm>
            <a:off x="10141275" y="6600550"/>
            <a:ext cx="978509" cy="189004"/>
            <a:chOff x="1923985" y="3933439"/>
            <a:chExt cx="9072014" cy="1752306"/>
          </a:xfrm>
        </p:grpSpPr>
        <p:pic>
          <p:nvPicPr>
            <p:cNvPr id="14" name="Google Shape;14;p17" descr="SEEE-HUST 2022"/>
            <p:cNvPicPr preferRelativeResize="0"/>
            <p:nvPr/>
          </p:nvPicPr>
          <p:blipFill rotWithShape="1">
            <a:blip r:embed="rId12">
              <a:alphaModFix/>
            </a:blip>
            <a:srcRect b="34000"/>
            <a:stretch/>
          </p:blipFill>
          <p:spPr>
            <a:xfrm>
              <a:off x="1923985" y="3933439"/>
              <a:ext cx="6722314" cy="17523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7" descr="SEEE-HUST 2022"/>
            <p:cNvPicPr preferRelativeResize="0"/>
            <p:nvPr/>
          </p:nvPicPr>
          <p:blipFill rotWithShape="1">
            <a:blip r:embed="rId12">
              <a:alphaModFix/>
            </a:blip>
            <a:srcRect l="63528" b="34000"/>
            <a:stretch/>
          </p:blipFill>
          <p:spPr>
            <a:xfrm>
              <a:off x="8544272" y="3933439"/>
              <a:ext cx="2451727" cy="17523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7"/>
          <p:cNvSpPr/>
          <p:nvPr/>
        </p:nvSpPr>
        <p:spPr>
          <a:xfrm>
            <a:off x="9905420" y="6636790"/>
            <a:ext cx="144016" cy="142867"/>
          </a:xfrm>
          <a:prstGeom prst="diamond">
            <a:avLst/>
          </a:prstGeom>
          <a:solidFill>
            <a:srgbClr val="626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411129" y="6397594"/>
            <a:ext cx="10972800" cy="48779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7" r:id="rId4"/>
    <p:sldLayoutId id="2147483651" r:id="rId5"/>
    <p:sldLayoutId id="2147483656" r:id="rId6"/>
    <p:sldLayoutId id="2147483655" r:id="rId7"/>
    <p:sldLayoutId id="2147483654" r:id="rId8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husteduvn.sharepoint.com/:u:/r/sites/THITKICTNGT72/Class%20Materials/01_LTspice%20Install/LTspice64.msi?csf=1&amp;web=1&amp;e=bH9rYQ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hyperlink" Target="https://husteduvn.sharepoint.com/:u:/r/sites/THITKICTNGT72/Class%20Materials/01_LTspice%20Install/035_ltspice_lib.zip?csf=1&amp;web=1&amp;e=dCOIic" TargetMode="External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microsoft.com/office/2007/relationships/hdphoto" Target="../media/hdphoto1.wdp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6FC9BE-B81C-D74A-C858-E0973BACD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HƯỚNG DẪN CÀI ĐẶT VÀ SỬ DỤNG 035_LTSPICE_LIB</a:t>
            </a:r>
            <a:endParaRPr lang="vi-V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5B15F2-A054-A44F-3EE7-A26B6B477B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BKIC Design Lab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62096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082EA-2F8A-8B23-61D7-2BD55AC6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BFD7A0A-91D5-D084-7AFF-D995BCD072C3}"/>
              </a:ext>
            </a:extLst>
          </p:cNvPr>
          <p:cNvSpPr txBox="1">
            <a:spLocks/>
          </p:cNvSpPr>
          <p:nvPr/>
        </p:nvSpPr>
        <p:spPr>
          <a:xfrm>
            <a:off x="6282613" y="1107578"/>
            <a:ext cx="5747656" cy="540518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576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457200" marR="0" lvl="3" indent="-35661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457200" marR="0" lvl="4" indent="-35661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685800" marR="0" lvl="5" indent="71438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tabLst>
                <a:tab pos="914400" algn="l"/>
              </a:tabLst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/>
              <a:t>Sau đó các bạn giải nén </a:t>
            </a:r>
            <a:r>
              <a:rPr lang="en-US" sz="1800" b="1"/>
              <a:t>035_ltspice_lib</a:t>
            </a:r>
            <a:r>
              <a:rPr lang="en-US" sz="1800"/>
              <a:t>.</a:t>
            </a:r>
          </a:p>
          <a:p>
            <a:pPr marL="91440" indent="0">
              <a:buNone/>
            </a:pPr>
            <a:endParaRPr lang="en-US" sz="1800"/>
          </a:p>
          <a:p>
            <a:r>
              <a:rPr lang="en-US" sz="1800" b="1"/>
              <a:t>Ctrl+X </a:t>
            </a:r>
            <a:r>
              <a:rPr lang="en-US" sz="1800"/>
              <a:t>thư mục này và tìm đến vị trí lưu trữ của </a:t>
            </a:r>
            <a:r>
              <a:rPr lang="en-US" sz="1800" b="1"/>
              <a:t>LTspice</a:t>
            </a:r>
            <a:r>
              <a:rPr lang="en-US" sz="1800"/>
              <a:t>.</a:t>
            </a:r>
          </a:p>
          <a:p>
            <a:r>
              <a:rPr lang="en-US" sz="1800"/>
              <a:t>Tiếp tục click chuột vào </a:t>
            </a:r>
            <a:r>
              <a:rPr lang="en-US" sz="1800" b="1"/>
              <a:t>lib→sym</a:t>
            </a:r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r>
              <a:rPr lang="en-US" sz="1800"/>
              <a:t>Tại đây các bạn </a:t>
            </a:r>
            <a:r>
              <a:rPr lang="en-US" sz="1800" b="1"/>
              <a:t>Ctrl+V </a:t>
            </a:r>
            <a:r>
              <a:rPr lang="en-US" sz="1800"/>
              <a:t>thư mục </a:t>
            </a:r>
            <a:r>
              <a:rPr lang="en-US" sz="1800" b="1"/>
              <a:t>035_ltspice_lib </a:t>
            </a:r>
            <a:r>
              <a:rPr lang="en-US" sz="1800"/>
              <a:t>vào trong </a:t>
            </a:r>
            <a:r>
              <a:rPr lang="en-US" sz="1800" b="1"/>
              <a:t>sym</a:t>
            </a:r>
            <a:r>
              <a:rPr lang="en-US" sz="1800"/>
              <a:t>.</a:t>
            </a:r>
            <a:endParaRPr lang="en-US" sz="1800" b="1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277B80-8B4B-4BD6-34BB-3DF34CAE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</a:rPr>
              <a:t>1. </a:t>
            </a:r>
            <a:r>
              <a:rPr lang="en-US"/>
              <a:t>Tải và cài đặt</a:t>
            </a:r>
            <a:br>
              <a:rPr lang="en-US"/>
            </a:br>
            <a:endParaRPr lang="vi-VN">
              <a:solidFill>
                <a:srgbClr val="00206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CC0415-2B72-3D6F-4560-6374D2C45E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5884" y="1149691"/>
            <a:ext cx="5250024" cy="5825066"/>
          </a:xfrm>
        </p:spPr>
        <p:txBody>
          <a:bodyPr/>
          <a:lstStyle/>
          <a:p>
            <a:r>
              <a:rPr lang="en-US" sz="1800"/>
              <a:t>Các bạn có thể tải LTspice và 035_ltspice_lib ở trên Teams lớp học hoặc truy cập theo đường dẫn dưới đây:</a:t>
            </a:r>
          </a:p>
          <a:p>
            <a:pPr marL="1430338" lvl="1" indent="-365125">
              <a:buFont typeface="Arial" panose="020B0604020202020204" pitchFamily="34" charset="0"/>
              <a:buChar char="•"/>
            </a:pPr>
            <a:r>
              <a:rPr lang="en-US" sz="1800">
                <a:hlinkClick r:id="rId3"/>
              </a:rPr>
              <a:t>LTspice</a:t>
            </a:r>
            <a:endParaRPr lang="en-US" sz="1800"/>
          </a:p>
          <a:p>
            <a:pPr marL="1430338" lvl="1" indent="-365125">
              <a:buFont typeface="Arial" panose="020B0604020202020204" pitchFamily="34" charset="0"/>
              <a:buChar char="•"/>
            </a:pPr>
            <a:r>
              <a:rPr lang="en-US" sz="1800">
                <a:hlinkClick r:id="rId4"/>
              </a:rPr>
              <a:t>035_ltspice_lib</a:t>
            </a:r>
            <a:endParaRPr lang="en-US" sz="1800"/>
          </a:p>
          <a:p>
            <a:r>
              <a:rPr lang="en-US" sz="1800"/>
              <a:t>Sau khi tải LTspice về máy, các bạn hãy cài đặt nó.</a:t>
            </a:r>
          </a:p>
          <a:p>
            <a:endParaRPr lang="en-US" sz="1800"/>
          </a:p>
          <a:p>
            <a:endParaRPr lang="en-US" sz="1800"/>
          </a:p>
          <a:p>
            <a:pPr marL="91440" indent="0">
              <a:buNone/>
            </a:pPr>
            <a:endParaRPr lang="en-US" sz="1800"/>
          </a:p>
          <a:p>
            <a:pPr marL="90488" indent="307975">
              <a:buNone/>
            </a:pPr>
            <a:r>
              <a:rPr lang="en-US" sz="1600" b="1" i="1">
                <a:solidFill>
                  <a:srgbClr val="FF0000"/>
                </a:solidFill>
              </a:rPr>
              <a:t>Lưu ý: </a:t>
            </a:r>
            <a:r>
              <a:rPr lang="vi-VN" sz="1600" b="1" i="1">
                <a:solidFill>
                  <a:srgbClr val="FF0000"/>
                </a:solidFill>
              </a:rPr>
              <a:t>Nhớ vị trí </a:t>
            </a:r>
            <a:r>
              <a:rPr lang="en-US" sz="1600" b="1" i="1">
                <a:solidFill>
                  <a:srgbClr val="FF0000"/>
                </a:solidFill>
              </a:rPr>
              <a:t>lưu trữ</a:t>
            </a:r>
            <a:r>
              <a:rPr lang="vi-VN" sz="1600" b="1" i="1">
                <a:solidFill>
                  <a:srgbClr val="FF0000"/>
                </a:solidFill>
              </a:rPr>
              <a:t> LTspice để</a:t>
            </a:r>
            <a:r>
              <a:rPr lang="en-US" sz="1600" b="1" i="1">
                <a:solidFill>
                  <a:srgbClr val="FF0000"/>
                </a:solidFill>
              </a:rPr>
              <a:t> còn</a:t>
            </a:r>
            <a:r>
              <a:rPr lang="vi-VN" sz="1600" b="1" i="1">
                <a:solidFill>
                  <a:srgbClr val="FF0000"/>
                </a:solidFill>
              </a:rPr>
              <a:t> </a:t>
            </a:r>
            <a:r>
              <a:rPr lang="en-US" sz="1600" b="1" i="1">
                <a:solidFill>
                  <a:srgbClr val="FF0000"/>
                </a:solidFill>
              </a:rPr>
              <a:t>thêm</a:t>
            </a:r>
            <a:r>
              <a:rPr lang="vi-VN" sz="1600" b="1" i="1">
                <a:solidFill>
                  <a:srgbClr val="FF0000"/>
                </a:solidFill>
              </a:rPr>
              <a:t> thư viện 035 </a:t>
            </a:r>
            <a:r>
              <a:rPr lang="en-US" sz="1600" b="1" i="1">
                <a:solidFill>
                  <a:srgbClr val="FF0000"/>
                </a:solidFill>
              </a:rPr>
              <a:t>nhé!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6F5D4-F4D4-7696-5CFE-4489CA24D423}"/>
              </a:ext>
            </a:extLst>
          </p:cNvPr>
          <p:cNvCxnSpPr>
            <a:cxnSpLocks/>
          </p:cNvCxnSpPr>
          <p:nvPr/>
        </p:nvCxnSpPr>
        <p:spPr>
          <a:xfrm>
            <a:off x="6096000" y="1339158"/>
            <a:ext cx="0" cy="495340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1781E9C0-1FA8-8C6F-7DA1-278CAAC112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59" t="1297" r="2846" b="2376"/>
          <a:stretch>
            <a:fillRect/>
          </a:stretch>
        </p:blipFill>
        <p:spPr>
          <a:xfrm>
            <a:off x="1520392" y="5609281"/>
            <a:ext cx="3716225" cy="32659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F3A6AE-3BD0-44EF-3EDA-7D1D005BBB2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939" t="1259" b="-1"/>
          <a:stretch>
            <a:fillRect/>
          </a:stretch>
        </p:blipFill>
        <p:spPr>
          <a:xfrm>
            <a:off x="7680279" y="1454219"/>
            <a:ext cx="2531705" cy="4922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E1C3CD4-9B1C-486E-16FC-9475E12A9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241" y="3098357"/>
            <a:ext cx="1965630" cy="19526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E5FA700-7A5F-E8CB-858B-61B61A7F50B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429"/>
          <a:stretch>
            <a:fillRect/>
          </a:stretch>
        </p:blipFill>
        <p:spPr>
          <a:xfrm>
            <a:off x="9876919" y="3411407"/>
            <a:ext cx="1447179" cy="104850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1B40C3A-6C4E-9E28-1F7D-B6B262D626E0}"/>
              </a:ext>
            </a:extLst>
          </p:cNvPr>
          <p:cNvGrpSpPr/>
          <p:nvPr/>
        </p:nvGrpSpPr>
        <p:grpSpPr>
          <a:xfrm>
            <a:off x="1327283" y="3680659"/>
            <a:ext cx="4160518" cy="1216343"/>
            <a:chOff x="1154353" y="3523566"/>
            <a:chExt cx="4160518" cy="121634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BD765E3-7354-EBF6-7DF3-282C749D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54353" y="3523566"/>
              <a:ext cx="4160518" cy="1216343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E2579BE-1055-B4D1-B5A1-BDE59ACEF1A7}"/>
                </a:ext>
              </a:extLst>
            </p:cNvPr>
            <p:cNvSpPr/>
            <p:nvPr/>
          </p:nvSpPr>
          <p:spPr>
            <a:xfrm>
              <a:off x="1154353" y="4117750"/>
              <a:ext cx="4160518" cy="6221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055A4D3-7222-4C97-0F63-1574AAE269F3}"/>
              </a:ext>
            </a:extLst>
          </p:cNvPr>
          <p:cNvSpPr/>
          <p:nvPr/>
        </p:nvSpPr>
        <p:spPr>
          <a:xfrm>
            <a:off x="6905240" y="3411407"/>
            <a:ext cx="1965631" cy="2461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94D52E0-D0C3-621E-ED5D-5771D6416664}"/>
              </a:ext>
            </a:extLst>
          </p:cNvPr>
          <p:cNvSpPr/>
          <p:nvPr/>
        </p:nvSpPr>
        <p:spPr>
          <a:xfrm>
            <a:off x="9876919" y="4117750"/>
            <a:ext cx="1447179" cy="342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A22CB-EE39-6847-7953-7D15340343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4673" y="5846059"/>
            <a:ext cx="2673725" cy="66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53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B4CD-AF2F-53D8-DCF4-BD9CE4CE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2F6D4D7-FDAD-359F-A727-C2D9664DB32F}"/>
              </a:ext>
            </a:extLst>
          </p:cNvPr>
          <p:cNvSpPr txBox="1">
            <a:spLocks/>
          </p:cNvSpPr>
          <p:nvPr/>
        </p:nvSpPr>
        <p:spPr>
          <a:xfrm>
            <a:off x="6096000" y="1107578"/>
            <a:ext cx="5934269" cy="542823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576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457200" marR="0" lvl="3" indent="-35661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457200" marR="0" lvl="4" indent="-35661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685800" marR="0" lvl="5" indent="71438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tabLst>
                <a:tab pos="914400" algn="l"/>
              </a:tabLst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/>
              <a:t>Sau đó các bạn phải tìm đến vị trí của thư mục </a:t>
            </a:r>
            <a:r>
              <a:rPr lang="en-US" sz="1800" b="1"/>
              <a:t>035_ltspice_lib </a:t>
            </a:r>
            <a:r>
              <a:rPr lang="en-US" sz="1800"/>
              <a:t>trong </a:t>
            </a:r>
            <a:r>
              <a:rPr lang="en-US" sz="1800" b="1"/>
              <a:t>sym </a:t>
            </a:r>
            <a:r>
              <a:rPr lang="en-US" sz="1800"/>
              <a:t>mà bạn đã lưu trước đó.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r>
              <a:rPr lang="en-US" sz="1800"/>
              <a:t>Ấn </a:t>
            </a:r>
            <a:r>
              <a:rPr lang="en-US" sz="1800" b="1"/>
              <a:t>OK </a:t>
            </a:r>
            <a:r>
              <a:rPr lang="en-US" sz="1800"/>
              <a:t>để hoàn thành.</a:t>
            </a:r>
          </a:p>
          <a:p>
            <a:endParaRPr lang="en-US" sz="1800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4F0D2E-1516-3060-6407-D905D2B348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6463" y="1107578"/>
            <a:ext cx="5450375" cy="5825066"/>
          </a:xfrm>
        </p:spPr>
        <p:txBody>
          <a:bodyPr/>
          <a:lstStyle/>
          <a:p>
            <a:r>
              <a:rPr lang="en-US" sz="1800"/>
              <a:t>Các bạn mở LTspice lên và ấn </a:t>
            </a:r>
            <a:r>
              <a:rPr lang="en-US" sz="1800" b="1"/>
              <a:t>Ctrl+N.</a:t>
            </a:r>
          </a:p>
          <a:p>
            <a:r>
              <a:rPr lang="en-US" sz="1800"/>
              <a:t>Giao diện sẽ như này và các bạn chọn </a:t>
            </a:r>
            <a:r>
              <a:rPr lang="en-US" sz="1800" b="1"/>
              <a:t>Settings</a:t>
            </a:r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pPr marL="91440" indent="0">
              <a:buNone/>
            </a:pPr>
            <a:endParaRPr lang="en-US" sz="1800"/>
          </a:p>
          <a:p>
            <a:r>
              <a:rPr lang="en-US" sz="1800"/>
              <a:t>Tiếp tục chọn vào </a:t>
            </a:r>
            <a:r>
              <a:rPr lang="en-US" sz="1800" b="1"/>
              <a:t>Search Path→Browse</a:t>
            </a:r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91440" indent="0">
              <a:buNone/>
            </a:pPr>
            <a:endParaRPr lang="en-US" sz="180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05D0174-A1DA-B5CC-FB69-77E011BE9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28" y="2171418"/>
            <a:ext cx="5450385" cy="175253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8755F37-D91C-E1BB-B31E-FB0073A2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</a:rPr>
              <a:t>2. </a:t>
            </a:r>
            <a:r>
              <a:rPr lang="en-US"/>
              <a:t>Cài đặt</a:t>
            </a:r>
            <a:r>
              <a:rPr lang="en-US">
                <a:solidFill>
                  <a:srgbClr val="002060"/>
                </a:solidFill>
              </a:rPr>
              <a:t> trong LTspice</a:t>
            </a:r>
            <a:br>
              <a:rPr lang="en-US"/>
            </a:br>
            <a:endParaRPr lang="vi-VN">
              <a:solidFill>
                <a:srgbClr val="00206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9C9DE8-45F9-3D7B-9586-83E0707FAE0A}"/>
              </a:ext>
            </a:extLst>
          </p:cNvPr>
          <p:cNvCxnSpPr>
            <a:cxnSpLocks/>
          </p:cNvCxnSpPr>
          <p:nvPr/>
        </p:nvCxnSpPr>
        <p:spPr>
          <a:xfrm>
            <a:off x="6096000" y="1339158"/>
            <a:ext cx="0" cy="495340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E584BA-3D13-887A-C0F2-BB03A57C75F2}"/>
              </a:ext>
            </a:extLst>
          </p:cNvPr>
          <p:cNvSpPr/>
          <p:nvPr/>
        </p:nvSpPr>
        <p:spPr>
          <a:xfrm>
            <a:off x="502603" y="2546805"/>
            <a:ext cx="346332" cy="3084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3953BE6-4D71-D65C-6C56-106AE8753D8D}"/>
              </a:ext>
            </a:extLst>
          </p:cNvPr>
          <p:cNvGrpSpPr/>
          <p:nvPr/>
        </p:nvGrpSpPr>
        <p:grpSpPr>
          <a:xfrm>
            <a:off x="1167779" y="4397146"/>
            <a:ext cx="4222050" cy="1525525"/>
            <a:chOff x="1136536" y="3454723"/>
            <a:chExt cx="4222050" cy="152552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98F7D6D-5FB9-CD84-E833-30ED8A37E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6536" y="3454723"/>
              <a:ext cx="4222050" cy="152552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8DB1AF-55DA-22C3-533A-17F0701254BD}"/>
                </a:ext>
              </a:extLst>
            </p:cNvPr>
            <p:cNvSpPr/>
            <p:nvPr/>
          </p:nvSpPr>
          <p:spPr>
            <a:xfrm>
              <a:off x="3156391" y="4017662"/>
              <a:ext cx="937762" cy="2003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14CB615-4B87-B31D-7CE6-65E4015D5DDF}"/>
                </a:ext>
              </a:extLst>
            </p:cNvPr>
            <p:cNvSpPr/>
            <p:nvPr/>
          </p:nvSpPr>
          <p:spPr>
            <a:xfrm>
              <a:off x="4365523" y="4719673"/>
              <a:ext cx="724429" cy="1885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6B4BDE82-8FA0-817B-0D1E-B56DEE51B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3034" y="1804539"/>
            <a:ext cx="2901430" cy="294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90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18168-DBCF-E6F4-A2B2-35E2DB04B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124127-93FD-91F4-FF8C-CD7DA9B660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6463" y="1107578"/>
            <a:ext cx="5450375" cy="5825066"/>
          </a:xfrm>
        </p:spPr>
        <p:txBody>
          <a:bodyPr/>
          <a:lstStyle/>
          <a:p>
            <a:r>
              <a:rPr lang="en-US" sz="1800"/>
              <a:t>Tiếp tục vào lại thư mục </a:t>
            </a:r>
            <a:r>
              <a:rPr lang="en-US" sz="1800" b="1"/>
              <a:t>035_ltspice_lib</a:t>
            </a:r>
          </a:p>
          <a:p>
            <a:r>
              <a:rPr lang="en-US" sz="1800"/>
              <a:t>Chuột phải vào </a:t>
            </a:r>
            <a:r>
              <a:rPr lang="en-US" sz="1800" b="1"/>
              <a:t>5827_035.lib → </a:t>
            </a:r>
            <a:r>
              <a:rPr lang="en-US" sz="1800"/>
              <a:t>Chọn</a:t>
            </a:r>
            <a:r>
              <a:rPr lang="en-US" sz="1800" b="1"/>
              <a:t> Copy as path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r>
              <a:rPr lang="en-US" sz="1800"/>
              <a:t>Trên thanh công cụ trong </a:t>
            </a:r>
            <a:r>
              <a:rPr lang="en-US" sz="1800" b="1"/>
              <a:t>LTspice</a:t>
            </a:r>
            <a:r>
              <a:rPr lang="en-US" sz="1800"/>
              <a:t> các bạn chọn vào đây hoặc ấn dấu </a:t>
            </a:r>
            <a:r>
              <a:rPr lang="en-US" sz="1800" b="1"/>
              <a:t>“.”</a:t>
            </a:r>
            <a:r>
              <a:rPr lang="en-US" sz="1800"/>
              <a:t> Trên bàn phím</a:t>
            </a:r>
          </a:p>
          <a:p>
            <a:endParaRPr lang="en-US" sz="1800" b="1"/>
          </a:p>
          <a:p>
            <a:pPr marL="91440" indent="0">
              <a:buNone/>
            </a:pPr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91440" indent="0">
              <a:buNone/>
            </a:pPr>
            <a:endParaRPr lang="en-US" sz="180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189B898E-38DD-596F-DDAF-A4AC0F85DC0A}"/>
              </a:ext>
            </a:extLst>
          </p:cNvPr>
          <p:cNvSpPr txBox="1">
            <a:spLocks/>
          </p:cNvSpPr>
          <p:nvPr/>
        </p:nvSpPr>
        <p:spPr>
          <a:xfrm>
            <a:off x="6096000" y="1107578"/>
            <a:ext cx="5934269" cy="540518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576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457200" marR="0" lvl="3" indent="-35661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457200" marR="0" lvl="4" indent="-35661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685800" marR="0" lvl="5" indent="71438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tabLst>
                <a:tab pos="914400" algn="l"/>
              </a:tabLst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/>
              <a:t>Cửa sổ hiện ra các bạn nhập </a:t>
            </a:r>
            <a:r>
              <a:rPr lang="en-US" sz="1800" b="1"/>
              <a:t>“.include” </a:t>
            </a:r>
            <a:r>
              <a:rPr lang="en-US" sz="1800"/>
              <a:t>rồi </a:t>
            </a:r>
            <a:r>
              <a:rPr lang="en-US" sz="1800" b="1"/>
              <a:t>Ctrl+V </a:t>
            </a:r>
            <a:r>
              <a:rPr lang="en-US" sz="1800"/>
              <a:t>đường dẫn </a:t>
            </a:r>
            <a:r>
              <a:rPr lang="en-US" sz="1800" b="1"/>
              <a:t>5827_035.lib </a:t>
            </a:r>
            <a:r>
              <a:rPr lang="en-US" sz="1800"/>
              <a:t>bạn vừa sao chép vào.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91440" indent="0">
              <a:buNone/>
            </a:pPr>
            <a:endParaRPr lang="en-US" sz="1800"/>
          </a:p>
          <a:p>
            <a:r>
              <a:rPr lang="en-US" sz="1800"/>
              <a:t>Ấn </a:t>
            </a:r>
            <a:r>
              <a:rPr lang="en-US" sz="1800" b="1"/>
              <a:t>OK </a:t>
            </a:r>
            <a:r>
              <a:rPr lang="en-US" sz="1800"/>
              <a:t>và bạn dán cái </a:t>
            </a:r>
            <a:r>
              <a:rPr lang="en-US" sz="1800" b="1"/>
              <a:t>“.include…” </a:t>
            </a:r>
            <a:r>
              <a:rPr lang="en-US" sz="1800"/>
              <a:t>vào màn hình.</a:t>
            </a:r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pPr marL="9144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2D79F7-6CD3-8768-BEC4-5C0D706C7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</a:rPr>
              <a:t>2. </a:t>
            </a:r>
            <a:r>
              <a:rPr lang="en-US"/>
              <a:t>Cài đặt</a:t>
            </a:r>
            <a:r>
              <a:rPr lang="en-US">
                <a:solidFill>
                  <a:srgbClr val="002060"/>
                </a:solidFill>
              </a:rPr>
              <a:t> trong LTspice </a:t>
            </a:r>
            <a:br>
              <a:rPr lang="en-US"/>
            </a:br>
            <a:endParaRPr lang="vi-VN">
              <a:solidFill>
                <a:srgbClr val="00206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F171D1-E3F1-434B-76C4-66BEF6D5578B}"/>
              </a:ext>
            </a:extLst>
          </p:cNvPr>
          <p:cNvCxnSpPr>
            <a:cxnSpLocks/>
          </p:cNvCxnSpPr>
          <p:nvPr/>
        </p:nvCxnSpPr>
        <p:spPr>
          <a:xfrm>
            <a:off x="6096000" y="1339158"/>
            <a:ext cx="0" cy="495340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145D17AC-5BB4-6BC3-CBBB-04BDD04F3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650" y="2152504"/>
            <a:ext cx="1994938" cy="253677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E903A48-1C3D-9295-D9F2-9DA9485C4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104" y="2152504"/>
            <a:ext cx="2259151" cy="2536774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BF8CFAF-6C89-DB29-7CC1-36F58758FDC7}"/>
              </a:ext>
            </a:extLst>
          </p:cNvPr>
          <p:cNvSpPr/>
          <p:nvPr/>
        </p:nvSpPr>
        <p:spPr>
          <a:xfrm>
            <a:off x="1079650" y="2152504"/>
            <a:ext cx="1994938" cy="222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A3DF08-4204-0A93-5493-2167E8BE5C43}"/>
              </a:ext>
            </a:extLst>
          </p:cNvPr>
          <p:cNvSpPr/>
          <p:nvPr/>
        </p:nvSpPr>
        <p:spPr>
          <a:xfrm>
            <a:off x="3494365" y="3698931"/>
            <a:ext cx="2253890" cy="1857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77E9DFE-54DB-D30A-234E-BEB96D92C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1451" y="5431093"/>
            <a:ext cx="3811012" cy="100545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7919D31-26F3-EDF5-5AE7-0C9CB7869719}"/>
              </a:ext>
            </a:extLst>
          </p:cNvPr>
          <p:cNvSpPr/>
          <p:nvPr/>
        </p:nvSpPr>
        <p:spPr>
          <a:xfrm>
            <a:off x="3221879" y="5431093"/>
            <a:ext cx="349804" cy="429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20F21B6-1060-8BF1-2BC9-D0604BC97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7978" y="1745365"/>
            <a:ext cx="4326214" cy="176665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B93A969-F659-42A9-D5C6-30CD0C799A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7978" y="3884666"/>
            <a:ext cx="4387573" cy="244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45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6D5D4-BA04-CB95-9C8D-B7BD328D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C1E7DC-7EFC-6A2E-469B-16110B274E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6463" y="1107578"/>
            <a:ext cx="5450375" cy="5825066"/>
          </a:xfrm>
        </p:spPr>
        <p:txBody>
          <a:bodyPr/>
          <a:lstStyle/>
          <a:p>
            <a:r>
              <a:rPr lang="en-US" sz="1800"/>
              <a:t>Trong giao diện LTspice, mọi người ấn “P” trên bàn phím hoặc ấn vào đây trên thanh công cụ.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91440" indent="0">
              <a:buNone/>
            </a:pPr>
            <a:endParaRPr lang="en-US" sz="1800"/>
          </a:p>
          <a:p>
            <a:r>
              <a:rPr lang="en-US" sz="1800"/>
              <a:t>Chọn vào thư viện 035 mình đã thêm vào.</a:t>
            </a:r>
          </a:p>
          <a:p>
            <a:endParaRPr lang="en-US" sz="1800" b="1"/>
          </a:p>
          <a:p>
            <a:pPr marL="91440" indent="0">
              <a:buNone/>
            </a:pPr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91440" indent="0">
              <a:buNone/>
            </a:pPr>
            <a:endParaRPr lang="en-US" sz="180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3AE0327-01CF-2C41-CCAE-005CD2AF9E80}"/>
              </a:ext>
            </a:extLst>
          </p:cNvPr>
          <p:cNvSpPr txBox="1">
            <a:spLocks/>
          </p:cNvSpPr>
          <p:nvPr/>
        </p:nvSpPr>
        <p:spPr>
          <a:xfrm>
            <a:off x="6096000" y="1107578"/>
            <a:ext cx="5934269" cy="540518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576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457200" marR="0" lvl="3" indent="-35661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457200" marR="0" lvl="4" indent="-35661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685800" marR="0" lvl="5" indent="71438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tabLst>
                <a:tab pos="914400" algn="l"/>
              </a:tabLst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/>
              <a:t>Sau đó có thể mắc mạch tùy thích, dùng các linh kiện có sẵn trong thư viện 035. VD như này</a:t>
            </a:r>
          </a:p>
          <a:p>
            <a:endParaRPr lang="en-US" sz="1800"/>
          </a:p>
          <a:p>
            <a:endParaRPr lang="en-US" sz="1800"/>
          </a:p>
          <a:p>
            <a:pPr marL="91440" indent="0">
              <a:buNone/>
            </a:pPr>
            <a:endParaRPr lang="en-US" sz="1800"/>
          </a:p>
          <a:p>
            <a:r>
              <a:rPr lang="en-US" sz="1800"/>
              <a:t>Sau đó chọn </a:t>
            </a:r>
            <a:r>
              <a:rPr lang="en-US" sz="1800" b="1"/>
              <a:t>Simulate → Configure Analysis</a:t>
            </a:r>
            <a:br>
              <a:rPr lang="en-US" sz="1800" b="1"/>
            </a:br>
            <a:r>
              <a:rPr lang="en-US" sz="1800" b="1"/>
              <a:t> → DC op pnt → OK</a:t>
            </a:r>
            <a:r>
              <a:rPr lang="en-US" sz="1800"/>
              <a:t>.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r>
              <a:rPr lang="en-US" sz="1800"/>
              <a:t>Sau đó ấn </a:t>
            </a:r>
            <a:r>
              <a:rPr lang="en-US" sz="1800" b="1"/>
              <a:t>Run</a:t>
            </a:r>
            <a:r>
              <a:rPr lang="en-US" sz="1800"/>
              <a:t>, nếu hiển thị được kết quả thì chúng ta đã thêm thư viện thành công.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91440" indent="0">
              <a:buNone/>
            </a:pPr>
            <a:endParaRPr lang="en-US" sz="1800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pPr marL="9144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8A924F-77D5-5B0E-C216-FB8C1D92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</a:rPr>
              <a:t>3. </a:t>
            </a:r>
            <a:r>
              <a:rPr lang="en-US"/>
              <a:t>Kiểm tra</a:t>
            </a:r>
            <a:br>
              <a:rPr lang="en-US"/>
            </a:br>
            <a:endParaRPr lang="vi-VN">
              <a:solidFill>
                <a:srgbClr val="00206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D81939-9165-3F49-1879-1E2F89CA0B2D}"/>
              </a:ext>
            </a:extLst>
          </p:cNvPr>
          <p:cNvCxnSpPr>
            <a:cxnSpLocks/>
          </p:cNvCxnSpPr>
          <p:nvPr/>
        </p:nvCxnSpPr>
        <p:spPr>
          <a:xfrm>
            <a:off x="6096000" y="1339158"/>
            <a:ext cx="0" cy="495340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A850DF-8FBD-2E0A-C475-FCFF1B625754}"/>
              </a:ext>
            </a:extLst>
          </p:cNvPr>
          <p:cNvGrpSpPr/>
          <p:nvPr/>
        </p:nvGrpSpPr>
        <p:grpSpPr>
          <a:xfrm>
            <a:off x="1704512" y="1745366"/>
            <a:ext cx="3275861" cy="1823594"/>
            <a:chOff x="737394" y="1745365"/>
            <a:chExt cx="5309444" cy="295564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FDF6DFD4-5FC1-A10D-66F7-AC865DE17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394" y="1745365"/>
              <a:ext cx="5309444" cy="2955641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04D2B37-C920-36FC-3169-AA54884833BA}"/>
                </a:ext>
              </a:extLst>
            </p:cNvPr>
            <p:cNvSpPr/>
            <p:nvPr/>
          </p:nvSpPr>
          <p:spPr>
            <a:xfrm>
              <a:off x="3509798" y="1888131"/>
              <a:ext cx="143145" cy="1611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409CD3-EBC6-48F2-EDEC-61D8DF4FC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96089" y="2333833"/>
              <a:ext cx="864628" cy="97802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9543B2A-D773-A3AA-207B-EAE1C9E942E1}"/>
                </a:ext>
              </a:extLst>
            </p:cNvPr>
            <p:cNvSpPr/>
            <p:nvPr/>
          </p:nvSpPr>
          <p:spPr>
            <a:xfrm>
              <a:off x="3766457" y="2334986"/>
              <a:ext cx="894260" cy="9768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DDFF1C7-CDAD-04B8-AAA6-A68072C6A9E4}"/>
                </a:ext>
              </a:extLst>
            </p:cNvPr>
            <p:cNvCxnSpPr>
              <a:cxnSpLocks/>
              <a:stCxn id="42" idx="2"/>
              <a:endCxn id="5" idx="0"/>
            </p:cNvCxnSpPr>
            <p:nvPr/>
          </p:nvCxnSpPr>
          <p:spPr>
            <a:xfrm>
              <a:off x="3581372" y="2049250"/>
              <a:ext cx="632215" cy="28573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76FECB6-F8B4-C17E-D20F-85AF0154FE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428" y="3932037"/>
            <a:ext cx="3871304" cy="22826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1072DA-3F95-0B47-2F06-194D3174B0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5732" y="1697520"/>
            <a:ext cx="1923567" cy="130535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1EC9AC06-4D40-900C-8226-A4F78F544E26}"/>
              </a:ext>
            </a:extLst>
          </p:cNvPr>
          <p:cNvGrpSpPr/>
          <p:nvPr/>
        </p:nvGrpSpPr>
        <p:grpSpPr>
          <a:xfrm>
            <a:off x="7488686" y="3742329"/>
            <a:ext cx="3308417" cy="409209"/>
            <a:chOff x="7648045" y="3901402"/>
            <a:chExt cx="3308417" cy="40920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CBB20DC-FE27-15C6-44FD-52AB76F8B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48045" y="3901402"/>
              <a:ext cx="3308417" cy="409209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E91D74E-3567-F265-4983-58DA0E5DA3E9}"/>
                </a:ext>
              </a:extLst>
            </p:cNvPr>
            <p:cNvSpPr/>
            <p:nvPr/>
          </p:nvSpPr>
          <p:spPr>
            <a:xfrm>
              <a:off x="9142735" y="3901402"/>
              <a:ext cx="450131" cy="14196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4CFDF124-35CE-D7FC-6146-C3ECE15F1A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7491" y="4213735"/>
            <a:ext cx="2742350" cy="17187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70B1D5-723C-9E83-772A-D6290E6617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6659" y="4232395"/>
            <a:ext cx="2653958" cy="17187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C733AA-AF11-BCBE-E610-B6A9176D3BFB}"/>
              </a:ext>
            </a:extLst>
          </p:cNvPr>
          <p:cNvSpPr/>
          <p:nvPr/>
        </p:nvSpPr>
        <p:spPr>
          <a:xfrm>
            <a:off x="6357491" y="5671868"/>
            <a:ext cx="2742345" cy="2605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B216E5-3FE9-2F89-0F87-2D21A37621A5}"/>
              </a:ext>
            </a:extLst>
          </p:cNvPr>
          <p:cNvSpPr/>
          <p:nvPr/>
        </p:nvSpPr>
        <p:spPr>
          <a:xfrm>
            <a:off x="10659666" y="4399359"/>
            <a:ext cx="316705" cy="1083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0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/>
          <p:nvPr/>
        </p:nvSpPr>
        <p:spPr>
          <a:xfrm>
            <a:off x="1878257" y="2281137"/>
            <a:ext cx="8783694" cy="129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sz="4400" b="1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Thank you for your attention!</a:t>
            </a:r>
            <a:endParaRPr sz="4400" b="1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2453680" y="3068960"/>
            <a:ext cx="7632848" cy="129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3E4C"/>
              </a:buClr>
              <a:buSzPts val="9600"/>
              <a:buFont typeface="Malgun Gothic"/>
              <a:buNone/>
            </a:pPr>
            <a:r>
              <a:rPr lang="en-US" sz="9600" b="1">
                <a:solidFill>
                  <a:srgbClr val="D63E4C"/>
                </a:solidFill>
                <a:latin typeface="+mj-lt"/>
                <a:ea typeface="Malgun Gothic"/>
                <a:cs typeface="Malgun Gothic"/>
                <a:sym typeface="Malgun Gothic"/>
              </a:rPr>
              <a:t>Q&amp;A</a:t>
            </a:r>
            <a:endParaRPr sz="9600" b="1">
              <a:solidFill>
                <a:srgbClr val="D63E4C"/>
              </a:solidFill>
              <a:latin typeface="+mj-lt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ố trí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Arial"/>
        <a:ea typeface="UD Digi Kyokasho N-B"/>
        <a:cs typeface=""/>
      </a:majorFont>
      <a:minorFont>
        <a:latin typeface="Arial"/>
        <a:ea typeface="UD Digi Kyokasho N-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26DAAAE0CE5D4481C0C8A7E67AA5CC" ma:contentTypeVersion="8" ma:contentTypeDescription="Create a new document." ma:contentTypeScope="" ma:versionID="2891811679e794f9570e67fe9d132627">
  <xsd:schema xmlns:xsd="http://www.w3.org/2001/XMLSchema" xmlns:xs="http://www.w3.org/2001/XMLSchema" xmlns:p="http://schemas.microsoft.com/office/2006/metadata/properties" xmlns:ns2="4137be70-d385-4523-940f-fbd9e3db5c4e" targetNamespace="http://schemas.microsoft.com/office/2006/metadata/properties" ma:root="true" ma:fieldsID="6688ce711ae3dfa74c6dbc4752c48dd6" ns2:_="">
    <xsd:import namespace="4137be70-d385-4523-940f-fbd9e3db5c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37be70-d385-4523-940f-fbd9e3db5c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3C780A-55F5-4719-BFC1-B089AB35978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DDD8AB4-C288-45EA-83A1-432C66F7F778}"/>
</file>

<file path=customXml/itemProps3.xml><?xml version="1.0" encoding="utf-8"?>
<ds:datastoreItem xmlns:ds="http://schemas.openxmlformats.org/officeDocument/2006/customXml" ds:itemID="{5FCD9C08-DEF7-4761-80E8-F6F03E97E2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3112</TotalTime>
  <Words>403</Words>
  <Application>Microsoft Office PowerPoint</Application>
  <PresentationFormat>Widescreen</PresentationFormat>
  <Paragraphs>125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Malgun Gothic</vt:lpstr>
      <vt:lpstr>Arial</vt:lpstr>
      <vt:lpstr>Calibri</vt:lpstr>
      <vt:lpstr>Noto Sans Symbols</vt:lpstr>
      <vt:lpstr>Wingdings</vt:lpstr>
      <vt:lpstr>Bố trí</vt:lpstr>
      <vt:lpstr>HƯỚNG DẪN CÀI ĐẶT VÀ SỬ DỤNG 035_LTSPICE_LIB</vt:lpstr>
      <vt:lpstr>1. Tải và cài đặt </vt:lpstr>
      <vt:lpstr>2. Cài đặt trong LTspice </vt:lpstr>
      <vt:lpstr>2. Cài đặt trong LTspice  </vt:lpstr>
      <vt:lpstr>3. Kiểm tra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SINH VIÊN NGHIÊN CỨU  KHOA HỌC</dc:title>
  <dc:creator>THINH NGUYEN VIET</dc:creator>
  <cp:lastModifiedBy>Nguyen Quang Huy 20233452</cp:lastModifiedBy>
  <cp:revision>49</cp:revision>
  <dcterms:created xsi:type="dcterms:W3CDTF">2013-04-16T01:01:00Z</dcterms:created>
  <dcterms:modified xsi:type="dcterms:W3CDTF">2025-09-29T02:25:55Z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0x010100DC26DAAAE0CE5D4481C0C8A7E67AA5CC</vt:lpwstr>
  </property>
</Properties>
</file>